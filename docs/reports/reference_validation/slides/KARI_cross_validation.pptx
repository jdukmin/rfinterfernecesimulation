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P-ANT 각도폭 [deg]  (이격 4 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논문 보고값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지름 30 cm</c:v>
                  </c:pt>
                  <c:pt idx="1">
                    <c:v>지름 83 cm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도구 계산값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지름 30 cm</c:v>
                  </c:pt>
                  <c:pt idx="1">
                    <c:v>지름 83 cm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4.3</c:v>
                </c:pt>
                <c:pt idx="1">
                  <c:v>11.85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12700" cap="flat">
              <a:solidFill>
                <a:srgbClr val="E6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교차검증 목적: 논문이 실제로 무엇을 어떤 조건에서 계산했는지 확인하고, 도구가 그중 무엇을 정확히 재현하고 무엇을 재현할 수 없는지 정량 대조한다.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RC-03은 검색으로 존재 확인조차 못 했던 논문. 원문을 받고 나서 학회가 완전히 다르다는 것이 확인됨.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4단계: 조건추출 → 동일조건 구성 → 실행/대조 → 등급분류. fitting 금지가 전제.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Fig.2에서 15도 고각을 읽어냈다. 초기 스크립트는 P-ANT를 90도에 뒀는데 실제로는 15도 고각 = 보어사이트 기준 75도. 이 조건을 반영해 수정했다.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논문의 1~3단계(형상/배치/각도폭)는 도구가 그대로 재현한다. 4~5단계(dB 변화)가 Tier 4 경계.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논문은 '약 4도', '12도'로 반올림해 서술한다. 도구는 4.30, 11.85. 반올림 범위 내 일치이며 fitting은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도구가 재현하는 것은 논문 Fig.5의 가로 파라미터(각도폭)이지 세로축(dB)이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항목은 초기 검증에서 완전히 놓쳤던 부분. 논문의 핵심 기여가 기법 선정 기준이라는 걸 전문을 보고 알았다.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Fig.3/Fig.4에서 실제 해석 주파수 2.091 GHz를 확인했다. GK3_FFE_NAD_RHCP_U 파일명에서 far-field source, nadir, RHCP임도 알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RC-03이 아키텍처 정당성을 가장 명확히 보여주는 사례.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결함 A가 특히 중요: 논문 주제 자체가 LNA 포화인데, 바로 그 영역에서 도구가 물리적으로 불가능한 값을 VALID로 내놓고 있었다.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정직한 결론: 4건 중 3건 EXACT지만, 재현되는 것은 전제조건이지 논문의 최종 결과물이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단계 권고는 EM 솔버 내장이 아니라 외부 EM 근거를 provenance와 함께 받는 데이터 경계.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931920"/>
            <a:ext cx="3108960" cy="3108960"/>
          </a:xfrm>
          <a:prstGeom prst="ellipse">
            <a:avLst/>
          </a:prstGeom>
          <a:solidFill>
            <a:srgbClr val="1A23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교차검증 보고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 논문 vs 시뮬레이션 도구</a:t>
            </a:r>
            <a:endParaRPr lang="en-US" sz="3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91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원문 Figure·Table과 도구 분석 결과의 정량 대조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분석조건 · 분석방법 · 재현범위 · 재현불가 경계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7091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03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논문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47091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5303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확보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47091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628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5303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통과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7091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4B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5303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발견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Spacecraft RF Coexistence &amp; Antenna Interference Screening Tool  ·  Phase 6b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대상 논문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확보 3편 + 초록 확보 1편 — 인용 정보는 원문 대조로 전면 수정됨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977640"/>
                <a:gridCol w="2606040"/>
                <a:gridCol w="640080"/>
                <a:gridCol w="3154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출처 (원문 대조 확정)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결과물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위성 구조체의 FOV 간섭에 의한 S대역 안테나 방사 특성 영향성 분석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임원규, 권기호, 김중표, 이선익 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한국항공우주학회 2015 춘계, pp.832-835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P-ANT 각도폭 4/8/12° 스윕, 1 dB 판정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S대역 안테나의 위성 설치상태에서의 성능 연구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이선익, 임원규, 김중표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한국항공우주학회 2023 추계, pp.1261-1263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해석기법 유효성, 이득·축비 리플 1~3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위성항법 정지궤도위성 원격측정명령계 S대역 안테나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설치위치에서의 전자장 해석  ·  이선익, 임원규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항공우주시스템공학회(SASE)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춘계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FEKO 산란해석, 영향 미미 / 커버리지 만족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대역 신호에 의한 위성항법수신기의 RF 신호간섭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권병문, 신용설, 마근수, 주정갑, 지기만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한국항공우주학회지 47(5)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pp.388-396, 2019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LNA 포화 + GNSS 대역 상호변조, C/N0 열화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3036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3F3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5440680"/>
            <a:ext cx="365760" cy="365760"/>
          </a:xfrm>
          <a:prstGeom prst="ellipse">
            <a:avLst/>
          </a:prstGeom>
          <a:solidFill>
            <a:srgbClr val="C74B5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53949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인용 정보 4건 모두 오류였음 — 원문 대조로 정정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5687568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RC-01 → 춘계·페이지 확정   ·   RC-02 → 추계(추계학술대회)·페이지 확정   ·   RC-03 → “KARI research stream”이 아니라 항공우주시스템공학회(SASE), 학회 자체가 다름   ·   RF-01 → 위성이 아닌 시험발사체 사례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교차검증 방법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논문에서 조건을 추출 → 도구로 동일 조건 실행 → 수치 대조 → 재현등급 분류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819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847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추출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3317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본문·Figure에서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형상·거리·주파수·판정기준을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그대로 읽어냄 (PUBLIC_REPORTED)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27832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10712" y="16002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0168" y="1819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0168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23944" y="1847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조건 구성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23317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구조·같은 거리로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시나리오를 구성.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논문에 없는 값만 ASSUMED 표기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089904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2784" y="16002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1819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86016" y="1847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· 대조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3317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 실행 결과를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Figure/Table 수치와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비교 (fitting 금지)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951976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34856" y="16002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354312" y="1819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54312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48088" y="1847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 분류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54312" y="23317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/ SAME_TREND /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NOT_COMPARABLE +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1~4 로 분류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703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재현등급 (Tier)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55778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606040"/>
                <a:gridCol w="2377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 영역 내에서 정확·결정론적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각도폭, 거리, 곱 주파수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경향·메커니즘 재현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FOV 진입, 대역 내 여부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워크플로 재현, 크기는 입력에 의존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패턴 비교 지표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 EM 근거 없이 재현 불가 (선언된 경계)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이득 변형, 축비, C/N0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6446520" y="370332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2FBF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7208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원칙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720840" y="4224528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수치에 맞추는 보정을 절대 넣지 않음 (no fitting)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논문이 공개하지 않은 값은 ASSUMED로 명시, 날조 금지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불가는 숨기지 않고 Tier 4 경계로 선언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불일치가 나오면 보정 대신 원인을 분류 — 결함이면 코드를 고침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RC-01 · 분석조건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Fig.1 간섭 모델과 Fig.2 시뮬레이션 모델에서 조건을 그대로 추출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27048"/>
            <a:ext cx="4901184" cy="3255264"/>
          </a:xfrm>
          <a:prstGeom prst="roundRect">
            <a:avLst>
              <a:gd name="adj" fmla="val 1685"/>
            </a:avLst>
          </a:prstGeom>
          <a:solidFill>
            <a:srgbClr val="F4F6FA"/>
          </a:solidFill>
          <a:ln/>
        </p:spPr>
      </p:sp>
      <p:pic>
        <p:nvPicPr>
          <p:cNvPr id="6" name="Image 0" descr="/tmp/claude-0/-home-user-RFinterferneceSimulation/375a6333-fc2a-58be-9078-2eaaa5b8d97c/scratchpad/deck/assets/rc01_p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4754880" cy="31089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818888"/>
            <a:ext cx="4901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Fig.1 — S-ANT / P-ANT 구조 간섭 모델 (x°, y°, shaded area, reflected)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16168" y="1527048"/>
            <a:ext cx="5724144" cy="2139696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/>
        </p:spPr>
      </p:sp>
      <p:pic>
        <p:nvPicPr>
          <p:cNvPr id="9" name="Image 1" descr="/tmp/claude-0/-home-user-RFinterferneceSimulation/375a6333-fc2a-58be-9078-2eaaa5b8d97c/scratchpad/deck/assets/rc01_p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00200"/>
            <a:ext cx="5577840" cy="19933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916168" y="3703320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Fig.2 — 시뮬레이션 모델 (변수 1~4, 15°, ~1000 mm, ~4000 mm)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4114800"/>
          <a:ext cx="56235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40233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논문 값 (PUBLIC_REPORTED)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S대역 안테나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Quadrifilar (inverted-F ×4, 90° 위상차), 원편파, 반구면 ±90°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축비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dB @ 약 ±55°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차폐 구조물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탑재체 안테나 반사판 P-ANT (붐 장착 디쉬)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위성체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시뮬레이션에서 의도적으로 제외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규모 / 고각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이격 ~4 m, P-ANT 높이 ~1000 mm → 고각 약 15°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스윕 변수 4종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지름 · 두께 · 간격 · 붐 유무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 기준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주빔 대비 90° 부근에서 ≤ 1 dB 변화 (TC/TM 링크버짓 경험)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RC-01 · 분석방법 대비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논문은 전자파 시뮬레이션, 도구는 기하 해석 — 겹치는 영역이 검증 대상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논문의 분석방법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128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12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Quadrifilar 안테나 설계 (S대역 중심주파수)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614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61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축소 모델 구성 (실제 4 m → 약 50 mm)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10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10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P-ANT 를 15° 고각·기준 이격에 배치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858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58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4종 스윕하며 전자파 시뮬레이션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074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4074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무(無) P-ANT 대비 방사패턴 dB 변화 산출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9560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9560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부근 1 dB 마진 충족 여부 판정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54406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6052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④⑤ = Tier 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2FB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17373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도구의 분석방법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2128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212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조건 입력 (4 m, 15° 고각, 지름 D)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27614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2761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DiskGeometry 로 P-ANT 반사판 생성 (rim 32점)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3310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310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AntennaToStructureFOV — 정점 샘플 각도 풋프린트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3858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3858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각도폭 = 2·maxAngularRadius 산출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44074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44074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Fig.5 스윕값 4/8/12° 와 직접 대조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9560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49560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변형은 계산하지 않고 Tier 4 로 선언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829800" y="54406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02C39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82980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①~⑤ = Tier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RC-01 · 교차검증 결과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Fig.5 의 스윕 파라미터(각도폭)를 도구가 직접 계산 — 정량 일치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5541264" cy="2660904"/>
          </a:xfrm>
          <a:prstGeom prst="roundRect">
            <a:avLst>
              <a:gd name="adj" fmla="val 2062"/>
            </a:avLst>
          </a:prstGeom>
          <a:solidFill>
            <a:srgbClr val="F4F6FA"/>
          </a:solidFill>
          <a:ln/>
        </p:spPr>
      </p:sp>
      <p:pic>
        <p:nvPicPr>
          <p:cNvPr id="6" name="Image 0" descr="/tmp/claude-0/-home-user-RFinterferneceSimulation/375a6333-fc2a-58be-9078-2eaaa5b8d97c/scratchpad/deck/assets/rc01_p3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394960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178808"/>
            <a:ext cx="5541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Fig.5 — P-ANT 각도폭 스윕 (w/o, 4°, 8°, 12°) vs Theta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36208" y="1481328"/>
            <a:ext cx="5404104" cy="2660904"/>
          </a:xfrm>
          <a:prstGeom prst="roundRect">
            <a:avLst>
              <a:gd name="adj" fmla="val 2062"/>
            </a:avLst>
          </a:prstGeom>
          <a:solidFill>
            <a:srgbClr val="F4F6FA"/>
          </a:solidFill>
          <a:ln/>
        </p:spPr>
      </p:sp>
      <p:pic>
        <p:nvPicPr>
          <p:cNvPr id="9" name="Image 1" descr="/tmp/claude-0/-home-user-RFinterferneceSimulation/375a6333-fc2a-58be-9078-2eaaa5b8d97c/scratchpad/deck/assets/rc_kari_01_subte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257800" cy="2514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36208" y="4178808"/>
            <a:ext cx="5404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— 각도폭 = 2·atan(D/2/R), 논문 보고점(적색 ○) 중첩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40080" y="4434840"/>
            <a:ext cx="10927080" cy="1783080"/>
          </a:xfrm>
          <a:prstGeom prst="roundRect">
            <a:avLst>
              <a:gd name="adj" fmla="val 4103"/>
            </a:avLst>
          </a:prstGeom>
          <a:solidFill>
            <a:srgbClr val="F2FBF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60120" y="4572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논문이 스윕한 “각도폭”은 도구가 기하만으로 정확히 계산하는 양이다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4919472"/>
          <a:ext cx="10287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691640"/>
                <a:gridCol w="1737360"/>
                <a:gridCol w="137160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P-ANT 지름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논문 보고 각도폭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 azSpan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 2·각반경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 m @ 4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4°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+0.30°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 m @ 4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11.85°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11.85°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−0.15°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 m (허용한계)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허용 가능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11.42°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11.42°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RC-01 · 정량 대조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보고값과 도구 계산값 — 보정 없이 기하식만으로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72768"/>
          <a:ext cx="5943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12280" y="16276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Fig.5 스윕 전체 대조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2011680"/>
          <a:ext cx="4800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6596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논문 Fig.5 스윕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 환산 지름 @ 4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논문 서술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0.279 m  (28 cm)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30 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0.559 m  (56 cm)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(중간값)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 m  (84 cm)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83 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12280" y="3401568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040880" y="3520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검증식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040880" y="37856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각도폭 = 2 · atan( D / 2R )   —   보정항 없음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040880" y="40416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서술값 28 cm / 84 cm 환산은 논문의 30 cm / 83 cm 와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반올림 범위 내에서 일치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812280" y="4498848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FEF8EE"/>
          </a:solidFill>
          <a:ln/>
        </p:spPr>
      </p:sp>
      <p:sp>
        <p:nvSpPr>
          <p:cNvPr id="13" name="Shape 9"/>
          <p:cNvSpPr/>
          <p:nvPr/>
        </p:nvSpPr>
        <p:spPr>
          <a:xfrm>
            <a:off x="7040880" y="46634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04088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516368" y="4690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— 재현 불가 영역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040880" y="50292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Fig.5 의 세로축인 dB 이득 변형 자체(산란·반사)는 도구가 계산하지 않는다. 1 dB 마진 판정도 전자파 해석 결과이므로 Tier 4. 도구는 그 판정의 입력이 되는 각도폭까지만 정확히 제공한다.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RC-02 · 분석조건과 방법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해석기법 선정 연구 — 이격거리에 따라 어떤 기법이 유효한가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5266944" cy="2139696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/>
        </p:spPr>
      </p:sp>
      <p:pic>
        <p:nvPicPr>
          <p:cNvPr id="6" name="Image 0" descr="/tmp/claude-0/-home-user-RFinterferneceSimulation/375a6333-fc2a-58be-9078-2eaaa5b8d97c/scratchpad/deck/assets/rc02_p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5120640" cy="19933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675888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Fig.2 — GEO Nadir 플랫폼 (S대역 안테나, 태양전지판, Ka 반사판)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논문이 비교한 해석기법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938528"/>
          <a:ext cx="5532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48840"/>
                <a:gridCol w="1920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Full-wave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 / FEM (예: HFSS)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 전체 해석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GTD / UTD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far-field (*.ffe)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spherical mode (*.sph)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080760" y="3127248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F2FBF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355080" y="3246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유효 반경 (minimum validity radius)  =  30 ~ 40 cm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355080" y="35021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반구형 S대역 안테나 기준 — 이 거리 미만이면 소스 기반 해석이 불안정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해석기법 유효성 — 논문 3개 Case vs 도구 판정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62272"/>
          <a:ext cx="109270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691640"/>
                <a:gridCol w="3200400"/>
                <a:gridCol w="3657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이격거리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논문 결과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 판정 (기하만으로)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cm 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3개 기법 모두 일치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 기법 유효 (≥ 40 cm)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4~5 cm 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spherical mode 소스 불안정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 기법 무효 (&lt; 30 cm)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cm + 박스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3개 기법 모두 일치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 기법 유효 (≥ 40 cm)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640080" y="5870448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논문이 실험으로 얻은 기법 선정 결론을, 도구는 이격거리 기하만으로 3건 모두 동일하게 판정 — Tier 1 EXACT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RC-02 · 결과 대조와 재현 경계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이득 리플은 지표로 확인 가능, 축비는 도구에 채널 자체가 없음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4123944" cy="2432304"/>
          </a:xfrm>
          <a:prstGeom prst="roundRect">
            <a:avLst>
              <a:gd name="adj" fmla="val 2256"/>
            </a:avLst>
          </a:prstGeom>
          <a:solidFill>
            <a:srgbClr val="F4F6FA"/>
          </a:solidFill>
          <a:ln/>
        </p:spPr>
      </p:sp>
      <p:pic>
        <p:nvPicPr>
          <p:cNvPr id="6" name="Image 0" descr="/tmp/claude-0/-home-user-RFinterferneceSimulation/375a6333-fc2a-58be-9078-2eaaa5b8d97c/scratchpad/deck/assets/rc02_p2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3977640" cy="2286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968496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Fig.3 — 이득 (2.091 GHz, RHC/LHC)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864608" y="1499616"/>
            <a:ext cx="3758184" cy="2112264"/>
          </a:xfrm>
          <a:prstGeom prst="roundRect">
            <a:avLst>
              <a:gd name="adj" fmla="val 2597"/>
            </a:avLst>
          </a:prstGeom>
          <a:solidFill>
            <a:srgbClr val="F4F6FA"/>
          </a:solidFill>
          <a:ln/>
        </p:spPr>
      </p:sp>
      <p:pic>
        <p:nvPicPr>
          <p:cNvPr id="9" name="Image 1" descr="/tmp/claude-0/-home-user-RFinterferneceSimulation/375a6333-fc2a-58be-9078-2eaaa5b8d97c/scratchpad/deck/assets/rc02_p2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72768"/>
            <a:ext cx="3611880" cy="1965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64608" y="3648456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Fig.4 — 축비 (2.091 GHz)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750808" y="1499616"/>
            <a:ext cx="2889504" cy="2203704"/>
          </a:xfrm>
          <a:prstGeom prst="roundRect">
            <a:avLst>
              <a:gd name="adj" fmla="val 2490"/>
            </a:avLst>
          </a:prstGeom>
          <a:solidFill>
            <a:srgbClr val="F4F6FA"/>
          </a:solidFill>
          <a:ln/>
        </p:spPr>
      </p:sp>
      <p:pic>
        <p:nvPicPr>
          <p:cNvPr id="12" name="Image 2" descr="/tmp/claude-0/-home-user-RFinterferneceSimulation/375a6333-fc2a-58be-9078-2eaaa5b8d97c/scratchpad/deck/assets/rc_kari_02_del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572768"/>
            <a:ext cx="2743200" cy="2057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50808" y="3739896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— 리플 지표 읽기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40080" y="416052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2FBF8"/>
          </a:solidFill>
          <a:ln/>
        </p:spPr>
      </p:sp>
      <p:sp>
        <p:nvSpPr>
          <p:cNvPr id="15" name="Shape 10"/>
          <p:cNvSpPr/>
          <p:nvPr/>
        </p:nvSpPr>
        <p:spPr>
          <a:xfrm>
            <a:off x="896112" y="4343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96112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43708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이득 리플 — 지표 검증 가능 (Tier 2)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960120" y="4681728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보고: 요구 커버리지 내 이득 리플 1~3 dB 이하.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도구의 PatternComparison 에 이 리플 포락선을 입력하면 max |Δ| = 3.00 dB, RMS = 1.47 dB 로 정확히 읽어낸다.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이는 비교 지표(계측기)의 정확도 확인이지 리플 자체를 계산한 것이 아니다. 설치 패턴은 반드시 외부에서 공급받아야 한다.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355080" y="416052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EF8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611112" y="43434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611112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086600" y="43708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축비 — 재현 불가 (Tier 4)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675120" y="4681728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Fig.4 의 축비는 이 연구의 헤드라인 결과 중 하나다. 그러나 도구 아키텍처에는 편파·축비 채널이 아예 존재하지 않는다.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MODEL_GAP_AXIAL_RATIO 로 선언하며, 근사치를 만들어내지 않는다. 설치 패턴을 공급받아도 축비는 나오지 않는다.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RC-03 · 도구의 역할이 논문에 그대로 명시됨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SASE 2025 — 배치는 “안테나간 RF 간섭 분석을 기초로” 정해지고 FEKO가 검증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원문 인용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5681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“이들 안테나간 RF 간섭 분석을 기초로 배치가 고려된 조건에서 원격측정 S대역 안테나의 방사 특성(성능)을 해석하였으며 … 상용 해석 툴(FEKO)에 안테나 소스 파일을 입력하여 해석하였다.”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2FBF8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035808"/>
            <a:ext cx="1737360" cy="274320"/>
          </a:xfrm>
          <a:prstGeom prst="roundRect">
            <a:avLst>
              <a:gd name="adj" fmla="val 46667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035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도구가 수행하는 영역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앞단 — 배치 결정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033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안테나간 RF 간섭 분석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114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S대역 TC&amp;R ↔ 항법 안테나 3기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· 상호 off-boresight · 로브 영역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차폐 · 이격거리 유효성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28346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EF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3035808"/>
            <a:ext cx="1737360" cy="274320"/>
          </a:xfrm>
          <a:prstGeom prst="roundRect">
            <a:avLst>
              <a:gd name="adj" fmla="val 46667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3035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도구가 넘기는 영역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뒷단 — 검증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7033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FEKO 산란 해석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114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구조물·주변 안테나 영향 “미미” 판정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이득 및 축비 열화 특성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커버리지 요구사항 충족 확인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8404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39496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사례는 도구의 설계 의도를 논문이 그대로 확인해 준다 — 스크리닝이 배치를 고르고, 풀웨이브가 그것을 증명한다. 여기서의 Tier 4는 실패가 아니라 올바른 경계다.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RF-01 · 검증 중 발견한 실제 결함 2건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논문이 다루는 영역이 바로 도구 모델이 무효인 영역이었다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065008" y="1499616"/>
            <a:ext cx="3575304" cy="2615184"/>
          </a:xfrm>
          <a:prstGeom prst="roundRect">
            <a:avLst>
              <a:gd name="adj" fmla="val 2098"/>
            </a:avLst>
          </a:prstGeom>
          <a:solidFill>
            <a:srgbClr val="F4F6FA"/>
          </a:solidFill>
          <a:ln/>
        </p:spPr>
      </p:sp>
      <p:pic>
        <p:nvPicPr>
          <p:cNvPr id="6" name="Image 0" descr="/tmp/claude-0/-home-user-RFinterferneceSimulation/375a6333-fc2a-58be-9078-2eaaa5b8d97c/scratchpad/deck/assets/rc_kari_rf_01_i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572768"/>
            <a:ext cx="3429000" cy="2468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65008" y="4151376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— IM3가 L1에 떨어지는 S대역 톤 조합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572768"/>
            <a:ext cx="7269480" cy="2057400"/>
          </a:xfrm>
          <a:prstGeom prst="roundRect">
            <a:avLst>
              <a:gd name="adj" fmla="val 3556"/>
            </a:avLst>
          </a:prstGeom>
          <a:solidFill>
            <a:srgbClr val="FDF3F3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1755648"/>
            <a:ext cx="365760" cy="365760"/>
          </a:xfrm>
          <a:prstGeom prst="ellipse">
            <a:avLst/>
          </a:prstGeom>
          <a:solidFill>
            <a:srgbClr val="C74B5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344168" y="1773936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4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포화 영역에 소신호 IM3 식 적용 후 VALID 보고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21396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121408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톤이 P1dB보다 17 dB 위인데 P_IM3 = +6 dBm 을 반환 — 기본파(−8 dBm)보다 14 dB 높은 물리적 불가능값. 경고 0건.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27980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2779776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P1dB 대비 여유(기본 10 dB) 검사 + 기본파 초과 검사 추가. OUTSIDE_MODEL_DOMAIN 으로 레벨을 보류(withhold)하며 날조하지 않는다.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813048"/>
            <a:ext cx="7269480" cy="2057400"/>
          </a:xfrm>
          <a:prstGeom prst="roundRect">
            <a:avLst>
              <a:gd name="adj" fmla="val 3556"/>
            </a:avLst>
          </a:prstGeom>
          <a:solidFill>
            <a:srgbClr val="FDF3F3"/>
          </a:solidFill>
          <a:ln/>
        </p:spPr>
      </p:sp>
      <p:sp>
        <p:nvSpPr>
          <p:cNvPr id="17" name="Shape 14"/>
          <p:cNvSpPr/>
          <p:nvPr/>
        </p:nvSpPr>
        <p:spPr>
          <a:xfrm>
            <a:off x="868680" y="3995928"/>
            <a:ext cx="365760" cy="365760"/>
          </a:xfrm>
          <a:prstGeom prst="ellipse">
            <a:avLst/>
          </a:prstGeom>
          <a:solidFill>
            <a:srgbClr val="C74B5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868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344168" y="4014216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4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“S대역” 간섭원이 실제로는 L대역 — 결론에 맞춘 역산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932688" y="43799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508760" y="4361688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1.600 / 1.625 GHz 사용. S대역은 2~4 GHz이므로 둘 다 L대역이며, 이미 L1 근처라 2f1−f2 가 L1에 떨어지는 것은 사실상 자동이었다.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32688" y="50383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508760" y="5020056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= 2·f1 − f_L1 로 유도하고 두 톤 모두 S대역 여부를 검사. 결과적으로 425 MHz 이상 넓게 이격된 쌍에서만 성립함을 도출.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138160" y="4553712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366760" y="46725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메커니즘 (초록)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366760" y="4965192"/>
            <a:ext cx="3017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“능동형 위성항법안테나의 LNA는 … S 대역 신호에 의해 포화되었으며, 2개의 S 대역 신호가 … 수신될 때마다 GNSS 대역에 해당하는 상호변조신호가 LNA에서 발생”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종합 스코어카드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도구가 정확히 재현하는 것 vs 논문의 헤드라인 결과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514600"/>
                <a:gridCol w="2514600"/>
                <a:gridCol w="2103120"/>
                <a:gridCol w="548640"/>
                <a:gridCol w="23774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케이스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논문 보고 수치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 계산 결과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등급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논문 헤드라인 = Tier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4° ↔ 30 cm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12° ↔ 83 cm (@4 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11.85°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EXACT_NUMERICAL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 dB 이득 변형 (산란·반사)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 유효반경 30~40 cm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3개 Case 판정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유효 / 무효 / 유효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3건 전부 일치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EXACT_NUMERICAL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1~3 dB 이득 리플 + 축비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안테나간 RF 간섭 분석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 배치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간섭 스크리닝 매트릭스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(거리·각도·로브)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SAME_TREND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FEKO “영향 미미” 판정, 축비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2개 S대역 톤 → GNSS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대역 상호변조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2f1−f2 = 1.57542 GHz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 이격 ≳ 425 MHz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EXACT_NUMERICAL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C/N0 열화 (채널 부재)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062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2FB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재현된 것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0916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논문의 스윕이 파라미터로 삼은 기하학적·산술적 전제조건 — 각도폭, 유효 이격거리, 배치 스크리닝, 상호변조 곱 주파수. 4건 중 3건이 EXACT_NUMERICAL 이며 보정항은 하나도 들어가지 않았다.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42062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EF8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9224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재현되지 않은 것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470916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논문의 헤드라인 결과가 전부 Tier 4 다 — dB 이득 변형, 이득·축비 리플, FEKO 판정, C/N0 열화. 모두 dB 단위 전자파 또는 수신기 성능 결과이며, 외부 EM 근거 없이는 원리적으로 산출 불가하다.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727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논문의 전제조건은 정확히 재현된다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3852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각도폭 4.30°/11.85° (논문 4°/12°), 유효반경 판정 3건 전부 일치, IM3 곱 주파수 1.57542 GHz 정확. 보정항 없음.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798064"/>
            <a:ext cx="365760" cy="365760"/>
          </a:xfrm>
          <a:prstGeom prst="ellipse">
            <a:avLst/>
          </a:prstGeom>
          <a:solidFill>
            <a:srgbClr val="C74B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4320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검증이 실제 결함 2건을 드러냈다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0896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포화 영역 IM3 오적용(물리적 불가능값을 VALID로 보고), S대역 톤의 L대역 오기 및 결론 역산. 둘 다 수정 완료.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9684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91363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논문의 헤드라인 결과는 전부 Tier 4 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279392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이득 변형 · 축비 · FEKO 판정 · C/N0 열화. 도구가 계산하지 않으며 근사치도 만들지 않는다. 이것이 정직한 상한이다.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8406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단계는 EM 솔버 내장이 아니다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449824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측정·외부 해석 결과를 provenance와 함께 주입하는 데이터 경계를 만드는 것. HFSS/CST 내장은 별도 판단 사항.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598932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1A23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60807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검증 628 assertions / 36 files 전부 통과 (GNU Octave 8.4)  ·  MATLAB 미실행 (환경 부재, 주장하지 않음)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KARI 논문 교차검증</dc:title>
  <dc:subject>PptxGenJS Presentation</dc:subject>
  <dc:creator>RF Coexistence Screening Tool</dc:creator>
  <cp:lastModifiedBy>RF Coexistence Screening Tool</cp:lastModifiedBy>
  <cp:revision>1</cp:revision>
  <dcterms:created xsi:type="dcterms:W3CDTF">2026-08-27T12:52:14Z</dcterms:created>
  <dcterms:modified xsi:type="dcterms:W3CDTF">2026-08-27T12:52:14Z</dcterms:modified>
</cp:coreProperties>
</file>